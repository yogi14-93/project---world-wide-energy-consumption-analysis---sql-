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59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ibre Baskerville" panose="020B0604020202020204" charset="0"/>
      <p:regular r:id="rId20"/>
      <p:bold r:id="rId21"/>
      <p:italic r:id="rId22"/>
    </p:embeddedFont>
    <p:embeddedFont>
      <p:font typeface="Lato Black" panose="020B060402020202020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yogita-dhamale-b151a221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ogi14-9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3013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48691" y="2854036"/>
            <a:ext cx="92964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World Wide Energy Consumption Analysis</a:t>
            </a:r>
            <a:endParaRPr sz="320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4156364" y="5250873"/>
            <a:ext cx="3872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                  By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Yogita Rajesh Dhamale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27656" y="1216044"/>
            <a:ext cx="10692189" cy="413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Have Completed my MSC in Statistics From Modern College Of Arts, Science and  Commerce , Pune</a:t>
            </a:r>
          </a:p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am learning data analytics because it helps convert raw data into useful insights for decision-making. It is a high-demand skill with strong career opportunities and applications across many industries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 profile URL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www.linkedin.com/in/yogita-dhamale-b151a2219</a:t>
            </a: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57200" indent="-4318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URL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4"/>
              </a:rPr>
              <a:t>https://github.com/Yogi14-93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71972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  <a:sym typeface="Lato Black"/>
              </a:rPr>
              <a:t>About me</a:t>
            </a:r>
            <a:endParaRPr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675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lnSpc>
                <a:spcPct val="80000"/>
              </a:lnSpc>
              <a:buClr>
                <a:srgbClr val="FF0000"/>
              </a:buClr>
              <a:buSzPts val="3200"/>
              <a:buFont typeface="Arial"/>
              <a:buNone/>
            </a:pPr>
            <a:r>
              <a:rPr lang="en-IN" b="1" dirty="0" smtClean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  <a:sym typeface="Arial"/>
              </a:rPr>
              <a:t>   </a:t>
            </a: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  <a:sym typeface="Arial"/>
              </a:rPr>
              <a:t>Agenda</a:t>
            </a:r>
            <a:endParaRPr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  <a:sym typeface="Arial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screenshots or summaries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Experience/Challenges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4290" y="471054"/>
            <a:ext cx="36298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  <a:sym typeface="Calibri"/>
              </a:rPr>
              <a:t>Objective</a:t>
            </a:r>
            <a:endParaRPr lang="en-US"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290" y="1364902"/>
            <a:ext cx="8853055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analysis is to understand how energy is produced, consumed, and distributed across different regions and sectors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energy type contribute most to overall emission.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top countries by GDP.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the emission changes over the years.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3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9013" t="21928" r="28491" b="11339"/>
          <a:stretch/>
        </p:blipFill>
        <p:spPr>
          <a:xfrm>
            <a:off x="955963" y="855693"/>
            <a:ext cx="9033164" cy="53507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1273" y="187791"/>
            <a:ext cx="51871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  <a:sym typeface="Calibri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02136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9546" t="26323" r="56708" b="51499"/>
          <a:stretch/>
        </p:blipFill>
        <p:spPr>
          <a:xfrm>
            <a:off x="644235" y="1246908"/>
            <a:ext cx="3887272" cy="20504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192" t="43998" r="68461" b="40733"/>
          <a:stretch/>
        </p:blipFill>
        <p:spPr>
          <a:xfrm>
            <a:off x="772924" y="3415143"/>
            <a:ext cx="3397293" cy="19268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29876" t="25325" r="26148" b="11339"/>
          <a:stretch/>
        </p:blipFill>
        <p:spPr>
          <a:xfrm>
            <a:off x="5929745" y="1219199"/>
            <a:ext cx="5721928" cy="43918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7871" y="157369"/>
            <a:ext cx="138406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T</a:t>
            </a: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op </a:t>
            </a: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5 countries by GDP in the most recent </a:t>
            </a: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year</a:t>
            </a:r>
            <a:endParaRPr lang="en-US"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4853" y="5666508"/>
            <a:ext cx="90816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top-most country by GDP, followed by US, India Japan &amp; Germany.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in china production is more.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56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109" y="346364"/>
            <a:ext cx="100168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Global emissions by year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0" y="1323638"/>
            <a:ext cx="5382405" cy="15620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00" y="3226695"/>
            <a:ext cx="3775191" cy="21696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945" y="1281546"/>
            <a:ext cx="524216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0945" y="5137208"/>
            <a:ext cx="106957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 chart shows a consistent rise in total global emissions from 2020 to 2023.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Emissions increased from 67,852 units in 2020 to 74,161 units in 2023. </a:t>
            </a:r>
          </a:p>
        </p:txBody>
      </p:sp>
    </p:spTree>
    <p:extLst>
      <p:ext uri="{BB962C8B-B14F-4D97-AF65-F5344CB8AC3E}">
        <p14:creationId xmlns:p14="http://schemas.microsoft.com/office/powerpoint/2010/main" val="348457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207818" y="148263"/>
            <a:ext cx="11222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Emission contribution by Energy type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47" y="1093889"/>
            <a:ext cx="6378750" cy="18555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47" y="2960380"/>
            <a:ext cx="5264727" cy="20217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540" y="1720067"/>
            <a:ext cx="5692206" cy="32621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6760" y="4993126"/>
            <a:ext cx="103730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account for a major portion of the emissions, indicating that they are the most polluting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contrast, energy types with smaller proportions contribute comparatively less to emissions</a:t>
            </a:r>
          </a:p>
        </p:txBody>
      </p:sp>
    </p:spTree>
    <p:extLst>
      <p:ext uri="{BB962C8B-B14F-4D97-AF65-F5344CB8AC3E}">
        <p14:creationId xmlns:p14="http://schemas.microsoft.com/office/powerpoint/2010/main" val="676593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1660" y="55141"/>
            <a:ext cx="118603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Global share (%) of emissions by country?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2" y="2356597"/>
            <a:ext cx="3437623" cy="25465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657" y="2032827"/>
            <a:ext cx="6001547" cy="31116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5927" y="4974805"/>
            <a:ext cx="904672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the largest share of global emissions, accounting for over 32% of total global emissions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is the second-largest emitter with 13.47%, followed by India at 7.09%.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4335"/>
          <a:stretch/>
        </p:blipFill>
        <p:spPr>
          <a:xfrm>
            <a:off x="510922" y="824582"/>
            <a:ext cx="6748860" cy="138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3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622" y="196350"/>
            <a:ext cx="117381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Global average GDP and emission by year</a:t>
            </a:r>
            <a:endParaRPr lang="en-US"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73" y="1355616"/>
            <a:ext cx="5933072" cy="17893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73" y="3472475"/>
            <a:ext cx="4355123" cy="16667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686" y="1648691"/>
            <a:ext cx="6102901" cy="35329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3035" y="5449000"/>
            <a:ext cx="106100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GDP increases steadily over the years, indicating economic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Emission also gradually increases at a much smaller scale, suggesting a slow growth in emission levels relative to economic growth.</a:t>
            </a:r>
          </a:p>
        </p:txBody>
      </p:sp>
    </p:spTree>
    <p:extLst>
      <p:ext uri="{BB962C8B-B14F-4D97-AF65-F5344CB8AC3E}">
        <p14:creationId xmlns:p14="http://schemas.microsoft.com/office/powerpoint/2010/main" val="158985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326" y="280297"/>
            <a:ext cx="57270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Conclusions</a:t>
            </a:r>
            <a:endParaRPr lang="en-IN"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04109" y="665018"/>
            <a:ext cx="6844145" cy="291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>
              <a:solidFill>
                <a:srgbClr val="FF0000"/>
              </a:solidFill>
              <a:ea typeface="Lato Black" panose="020F0802020204030203"/>
              <a:cs typeface="Lato Black" panose="020F080202020403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0326" y="1004416"/>
            <a:ext cx="10723419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energy use and CO₂ emissions are increasing every year.</a:t>
            </a: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United States, and India are the top contributors to global emissions.</a:t>
            </a: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Fossil fuels are still the major source of energy, leading to high carbon emissions.</a:t>
            </a: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emissions, countries need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 Increase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renewable energy (solar, wind, hydro).</a:t>
            </a: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United States show consistently high energy consumption, indicating strong industrial and economic activity.</a:t>
            </a: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shows a steady upward trend, meaning rising energy needs due to population and economic growth.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39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855" y="360220"/>
            <a:ext cx="86590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latin typeface="+mn-lt"/>
                <a:ea typeface="Lato Black" panose="020F0802020204030203"/>
                <a:cs typeface="Lato Black" panose="020F0802020204030203"/>
              </a:rPr>
              <a:t>Experience and Challenges</a:t>
            </a:r>
            <a:endParaRPr lang="en-IN" sz="4000" b="1" dirty="0">
              <a:solidFill>
                <a:srgbClr val="FF0000"/>
              </a:solidFill>
              <a:latin typeface="+mn-lt"/>
              <a:ea typeface="Lato Black" panose="020F0802020204030203"/>
              <a:cs typeface="Lato Black" panose="020F0802020204030203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5855" y="1191490"/>
            <a:ext cx="883920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 smtClean="0"/>
              <a:t> Experience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sz="2400" b="1" dirty="0"/>
          </a:p>
          <a:p>
            <a:endParaRPr lang="en-IN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and integrate tables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global energy usage patterns.</a:t>
            </a:r>
          </a:p>
          <a:p>
            <a:endParaRPr lang="en-US" sz="2800" b="1" dirty="0">
              <a:latin typeface="+mj-lt"/>
            </a:endParaRPr>
          </a:p>
          <a:p>
            <a:endParaRPr lang="en-US" sz="24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 smtClean="0"/>
              <a:t> Challenges</a:t>
            </a:r>
            <a:r>
              <a:rPr lang="en-US" sz="2400" b="1" dirty="0" smtClean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real-world context behind trends (economic growth, policies, population impact).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datasets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queries(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Grouping, Aggregation, Joins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360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502</Words>
  <Application>Microsoft Office PowerPoint</Application>
  <PresentationFormat>Widescreen</PresentationFormat>
  <Paragraphs>61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Times New Roman</vt:lpstr>
      <vt:lpstr>Calibri</vt:lpstr>
      <vt:lpstr>Wingdings</vt:lpstr>
      <vt:lpstr>Libre Baskerville</vt:lpstr>
      <vt:lpstr>Lato Black</vt:lpstr>
      <vt:lpstr>Office Theme</vt:lpstr>
      <vt:lpstr>PowerPoint Presentation</vt:lpstr>
      <vt:lpstr>PowerPoint Presentation</vt:lpstr>
      <vt:lpstr>  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20</cp:revision>
  <dcterms:created xsi:type="dcterms:W3CDTF">2021-02-16T05:19:01Z</dcterms:created>
  <dcterms:modified xsi:type="dcterms:W3CDTF">2026-01-14T07:48:39Z</dcterms:modified>
</cp:coreProperties>
</file>